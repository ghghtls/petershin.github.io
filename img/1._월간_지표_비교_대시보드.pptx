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F1B8ED4B-71A4-4E84-835C-148EE44AA70D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1._월간_지표_비교_대시보드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CC0B2B03-42B5-48A3-88E7-FCA5A4DAC524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파일 만든 날짜: 2026-05-14 오후 11:12:55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월간 지표 비교 대시보드" id="2" name="slide2">
            <a:extLst>
              <a:ext uri="{FF2B5EF4-FFF2-40B4-BE49-F238E27FC236}">
                <a16:creationId xmlns:a16="http://schemas.microsoft.com/office/drawing/2014/main" id="{FB260AE6-6DD1-4C7D-8598-C28941194F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2026-05-14T14:12:55Z</dcterms:created>
  <dcterms:modified xsi:type="dcterms:W3CDTF">2026-05-14T14:12:55Z</dcterms:modified>
</cp:coreProperties>
</file>