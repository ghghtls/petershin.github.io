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51F9485-086C-4456-92C4-4FFDA44ABC1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2._상품_상세_대시보드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07B9DFC-6CCF-4797-9F2E-EE3BF50B61D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파일 만든 날짜: 2026-05-14 오후 11:14:46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상품 상세 대시보드" id="2" name="slide2">
            <a:extLst>
              <a:ext uri="{FF2B5EF4-FFF2-40B4-BE49-F238E27FC236}">
                <a16:creationId xmlns:a16="http://schemas.microsoft.com/office/drawing/2014/main" id="{501E824E-0F94-4078-8A43-AFCB3477E8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2026-05-14T14:14:47Z</dcterms:created>
  <dcterms:modified xsi:type="dcterms:W3CDTF">2026-05-14T14:14:47Z</dcterms:modified>
</cp:coreProperties>
</file>