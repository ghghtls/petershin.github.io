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3A99FDF-FA20-4D0F-82C7-E9CFB46B24A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3._기초_모니터링_대시보드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D06705E-2116-414D-90D4-A8DA2A91F1D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파일 만든 날짜: 2026-05-14 오후 11:20:02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매출 대시보드" id="2" name="slide2">
            <a:extLst>
              <a:ext uri="{FF2B5EF4-FFF2-40B4-BE49-F238E27FC236}">
                <a16:creationId xmlns:a16="http://schemas.microsoft.com/office/drawing/2014/main" id="{633DC179-2FB6-4AF2-9053-77AB02ED57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2026-05-14T14:20:03Z</dcterms:created>
  <dcterms:modified xsi:type="dcterms:W3CDTF">2026-05-14T14:20:03Z</dcterms:modified>
</cp:coreProperties>
</file>